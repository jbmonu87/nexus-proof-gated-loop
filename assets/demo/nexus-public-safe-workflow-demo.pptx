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2984c31174e1d" /><Relationship Type="http://schemas.openxmlformats.org/officeDocument/2006/relationships/extended-properties" Target="/docProps/app.xml" Id="Ra6eb8279a0aa4cf2" /><Relationship Type="http://schemas.openxmlformats.org/officeDocument/2006/relationships/officeDocument" Target="/ppt/presentation.xml" Id="R7b54a5783614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09dd2162348df"/>
  </p:sldMasterIdLst>
  <p:notesMasterIdLst>
    <p:notesMasterId xmlns:r="http://schemas.openxmlformats.org/officeDocument/2006/relationships" r:id="R2c01b845dc664ccc"/>
  </p:notesMasterIdLst>
  <p:sldIdLst>
    <p:sldId xmlns:r="http://schemas.openxmlformats.org/officeDocument/2006/relationships" id="256" r:id="R512ef2ccd66d43e0"/>
    <p:sldId xmlns:r="http://schemas.openxmlformats.org/officeDocument/2006/relationships" id="257" r:id="Rc3088a1ede3342a9"/>
    <p:sldId xmlns:r="http://schemas.openxmlformats.org/officeDocument/2006/relationships" id="258" r:id="R1adb664e51be45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86bb06265429a" /><Relationship Type="http://schemas.openxmlformats.org/officeDocument/2006/relationships/slideMaster" Target="/ppt/slideMasters/slideMaster1.xml" Id="Rc4009dd2162348df" /><Relationship Type="http://schemas.openxmlformats.org/officeDocument/2006/relationships/notesMaster" Target="/ppt/notesMasters/notesMaster1.xml" Id="R2c01b845dc664ccc" /><Relationship Type="http://schemas.openxmlformats.org/officeDocument/2006/relationships/presProps" Target="/ppt/presProps.xml" Id="R6f2c6f50c1e345bb" /><Relationship Type="http://schemas.openxmlformats.org/officeDocument/2006/relationships/tableStyles" Target="/ppt/tableStyles.xml" Id="R458ac9fc711645ea" /><Relationship Type="http://schemas.openxmlformats.org/officeDocument/2006/relationships/slide" Target="/ppt/slides/slide1.xml" Id="R512ef2ccd66d43e0" /><Relationship Type="http://schemas.openxmlformats.org/officeDocument/2006/relationships/slide" Target="/ppt/slides/slide2.xml" Id="Rc3088a1ede3342a9" /><Relationship Type="http://schemas.openxmlformats.org/officeDocument/2006/relationships/slide" Target="/ppt/slides/slide3.xml" Id="R1adb664e51be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87973fff71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3ab45040cd4066" /><Relationship Type="http://schemas.openxmlformats.org/officeDocument/2006/relationships/notesMaster" Target="/ppt/notesMasters/notesMaster1.xml" Id="R849947753d214f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5f6b173cc34911" /><Relationship Type="http://schemas.openxmlformats.org/officeDocument/2006/relationships/notesMaster" Target="/ppt/notesMasters/notesMaster1.xml" Id="R1fc9cc8e2125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485bf31034d30" /><Relationship Type="http://schemas.openxmlformats.org/officeDocument/2006/relationships/notesMaster" Target="/ppt/notesMasters/notesMaster1.xml" Id="Rf74e342b399b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ccf5449d54d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37044d5264773" /><Relationship Type="http://schemas.openxmlformats.org/officeDocument/2006/relationships/slideLayout" Target="/ppt/slideLayouts/slideLayout1.xml" Id="R27d8ca50a122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8ca50a122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f75a9f9a433e" /><Relationship Type="http://schemas.openxmlformats.org/officeDocument/2006/relationships/notesSlide" Target="/ppt/notesSlides/notesSlide1.xml" Id="Rd9ed51d11c6e4e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0d17c68524aa9" /><Relationship Type="http://schemas.openxmlformats.org/officeDocument/2006/relationships/notesSlide" Target="/ppt/notesSlides/notesSlide2.xml" Id="R0b75786b248444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afc18582c478d" /><Relationship Type="http://schemas.openxmlformats.org/officeDocument/2006/relationships/notesSlide" Target="/ppt/notesSlides/notesSlide3.xml" Id="Rfcffb14d6b8544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0FC2988-A0A1-40D2-BF85-47F5E72C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NEXUS  /  PRIVATE AI WORKFLOW R&amp;D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34CF2E4-2E80-44C1-8D3B-5374239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Building accountable</a:t>
            </a:r>
          </a:p>
          <a:p xmlns:a="http://schemas.openxmlformats.org/drawingml/2006/main">
            <a:pPr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 with AI agents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D5FA2-2593-4FF1-91B7-39B1B0D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71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system connects human intent, bounded assignments, independent evidence, and a final human decision.</a:t>
            </a:r>
          </a:p>
        </p:txBody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A0C5C5BC-9AA8-4E7B-88DC-3F85C2A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4267200" cy="49530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" name="cover-intent">
            <a:extLst xmlns:a="http://schemas.openxmlformats.org/drawingml/2006/main">
              <a:ext uri="{FF2B5EF4-FFF2-40B4-BE49-F238E27FC236}">
                <a16:creationId xmlns:a16="http://schemas.microsoft.com/office/drawing/2014/main" id="{BDBB7185-C76F-4707-B48F-562F514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INTENT</a:t>
            </a:r>
          </a:p>
        </p:txBody>
      </p:sp>
      <p:sp>
        <p:nvSpPr>
          <p:cNvPr id="6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595D4F62-5D93-46C5-B747-F6DBF5F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2477E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47E61430-658E-4462-BCCC-70F8347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524F4951-F4E9-4365-9884-1D65E9D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2477E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D871A478-F036-4A88-B16E-B681F848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cover-rule">
            <a:extLst xmlns:a="http://schemas.openxmlformats.org/drawingml/2006/main">
              <a:ext uri="{FF2B5EF4-FFF2-40B4-BE49-F238E27FC236}">
                <a16:creationId xmlns:a16="http://schemas.microsoft.com/office/drawing/2014/main" id="{57C455B0-D85C-4322-A5C9-1F719D5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19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AI output is not proof.</a:t>
            </a:r>
          </a:p>
        </p:txBody>
      </p:sp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75D85A8F-09ED-426C-8F31-5948B569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Synthetic public demonstration  •  30 August 2026  •  1</a:t>
            </a:r>
          </a:p>
        </p:txBody>
      </p:sp>
    </p:spTree>
    <p:extLst>
      <p:ext uri="{BB962C8B-B14F-4D97-AF65-F5344CB8AC3E}">
        <p14:creationId xmlns:p14="http://schemas.microsoft.com/office/powerpoint/2010/main" val="2027318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raph-title">
            <a:extLst xmlns:a="http://schemas.openxmlformats.org/drawingml/2006/main">
              <a:ext uri="{FF2B5EF4-FFF2-40B4-BE49-F238E27FC236}">
                <a16:creationId xmlns:a16="http://schemas.microsoft.com/office/drawing/2014/main" id="{6A030AF3-8B22-483C-B956-1165AFE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work item becomes an auditable chain</a:t>
            </a:r>
          </a:p>
        </p:txBody>
      </p:sp>
      <p:sp>
        <p:nvSpPr>
          <p:cNvPr id="2" name="graph-subtitle">
            <a:extLst xmlns:a="http://schemas.openxmlformats.org/drawingml/2006/main">
              <a:ext uri="{FF2B5EF4-FFF2-40B4-BE49-F238E27FC236}">
                <a16:creationId xmlns:a16="http://schemas.microsoft.com/office/drawing/2014/main" id="{43D113C5-9CBA-4232-B924-ACB38850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Each relationship answers who decided, who built, what was checked, and why the result was accepted—or held.</a:t>
            </a:r>
          </a:p>
        </p:txBody>
      </p:sp>
      <p:cxnSp>
        <p:nvCxnSpPr>
          <p:cNvPr id="31" name="graph-edge-1"/>
          <p:cNvCxnSpPr/>
          <p:nvPr/>
        </p:nvCxnSpPr>
        <p:spPr>
          <a:xfrm xmlns:a="http://schemas.openxmlformats.org/drawingml/2006/main">
            <a:off x="2362200" y="3238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7E8"/>
            </a:solidFill>
            <a:prstDash val="solid"/>
          </a:ln>
        </p:spPr>
      </p:cxnSp>
      <p:cxnSp>
        <p:nvCxnSpPr>
          <p:cNvPr id="32" name="graph-edge-2"/>
          <p:cNvCxnSpPr/>
          <p:nvPr/>
        </p:nvCxnSpPr>
        <p:spPr>
          <a:xfrm xmlns:a="http://schemas.openxmlformats.org/drawingml/2006/main">
            <a:off x="4591050" y="3238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7E8"/>
            </a:solidFill>
            <a:prstDash val="solid"/>
          </a:ln>
        </p:spPr>
      </p:cxnSp>
      <p:cxnSp>
        <p:nvCxnSpPr>
          <p:cNvPr id="33" name="graph-edge-3"/>
          <p:cNvCxnSpPr/>
          <p:nvPr/>
        </p:nvCxnSpPr>
        <p:spPr>
          <a:xfrm xmlns:a="http://schemas.openxmlformats.org/drawingml/2006/main">
            <a:off x="6819900" y="3238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7E8"/>
            </a:solidFill>
            <a:prstDash val="solid"/>
          </a:ln>
        </p:spPr>
      </p:cxnSp>
      <p:cxnSp>
        <p:nvCxnSpPr>
          <p:cNvPr id="34" name="graph-edge-4"/>
          <p:cNvCxnSpPr/>
          <p:nvPr/>
        </p:nvCxnSpPr>
        <p:spPr>
          <a:xfrm xmlns:a="http://schemas.openxmlformats.org/drawingml/2006/main">
            <a:off x="9048750" y="3238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7E8"/>
            </a:solidFill>
            <a:prstDash val="solid"/>
          </a:ln>
        </p:spPr>
      </p:cxnSp>
      <p:sp>
        <p:nvSpPr>
          <p:cNvPr id="7" name="graph-node-1">
            <a:extLst xmlns:a="http://schemas.openxmlformats.org/drawingml/2006/main">
              <a:ext uri="{FF2B5EF4-FFF2-40B4-BE49-F238E27FC236}">
                <a16:creationId xmlns:a16="http://schemas.microsoft.com/office/drawing/2014/main" id="{645BDFF0-8BFA-4261-A593-F6C3240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676400" cy="1828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8" name="graph-number-1">
            <a:extLst xmlns:a="http://schemas.openxmlformats.org/drawingml/2006/main">
              <a:ext uri="{FF2B5EF4-FFF2-40B4-BE49-F238E27FC236}">
                <a16:creationId xmlns:a16="http://schemas.microsoft.com/office/drawing/2014/main" id="{1A2D6C87-1773-4DFE-93EB-FDA7830C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graph-heading-1">
            <a:extLst xmlns:a="http://schemas.openxmlformats.org/drawingml/2006/main">
              <a:ext uri="{FF2B5EF4-FFF2-40B4-BE49-F238E27FC236}">
                <a16:creationId xmlns:a16="http://schemas.microsoft.com/office/drawing/2014/main" id="{09C4DFF5-E9B9-4491-B473-5812978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Intent</a:t>
            </a:r>
          </a:p>
        </p:txBody>
      </p:sp>
      <p:sp>
        <p:nvSpPr>
          <p:cNvPr id="10" name="graph-body-1">
            <a:extLst xmlns:a="http://schemas.openxmlformats.org/drawingml/2006/main">
              <a:ext uri="{FF2B5EF4-FFF2-40B4-BE49-F238E27FC236}">
                <a16:creationId xmlns:a16="http://schemas.microsoft.com/office/drawing/2014/main" id="{5C6CFB0D-3F61-48D2-9631-E62A47E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Human defines the outcome</a:t>
            </a:r>
          </a:p>
        </p:txBody>
      </p:sp>
      <p:sp>
        <p:nvSpPr>
          <p:cNvPr id="11" name="graph-node-2">
            <a:extLst xmlns:a="http://schemas.openxmlformats.org/drawingml/2006/main">
              <a:ext uri="{FF2B5EF4-FFF2-40B4-BE49-F238E27FC236}">
                <a16:creationId xmlns:a16="http://schemas.microsoft.com/office/drawing/2014/main" id="{CE3A1E5D-78A2-4066-A055-C3D00D7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1676400" cy="1828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12" name="graph-number-2">
            <a:extLst xmlns:a="http://schemas.openxmlformats.org/drawingml/2006/main">
              <a:ext uri="{FF2B5EF4-FFF2-40B4-BE49-F238E27FC236}">
                <a16:creationId xmlns:a16="http://schemas.microsoft.com/office/drawing/2014/main" id="{82394C52-8B53-4D91-978B-646BC7F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graph-heading-2">
            <a:extLst xmlns:a="http://schemas.openxmlformats.org/drawingml/2006/main">
              <a:ext uri="{FF2B5EF4-FFF2-40B4-BE49-F238E27FC236}">
                <a16:creationId xmlns:a16="http://schemas.microsoft.com/office/drawing/2014/main" id="{487F0B91-883A-4825-BC89-07D18044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 packet</a:t>
            </a:r>
          </a:p>
        </p:txBody>
      </p:sp>
      <p:sp>
        <p:nvSpPr>
          <p:cNvPr id="14" name="graph-body-2">
            <a:extLst xmlns:a="http://schemas.openxmlformats.org/drawingml/2006/main">
              <a:ext uri="{FF2B5EF4-FFF2-40B4-BE49-F238E27FC236}">
                <a16:creationId xmlns:a16="http://schemas.microsoft.com/office/drawing/2014/main" id="{953C1B61-CA75-4DC7-AEFA-FBB0FF6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Scope, constraints, proof</a:t>
            </a:r>
          </a:p>
        </p:txBody>
      </p:sp>
      <p:sp>
        <p:nvSpPr>
          <p:cNvPr id="15" name="graph-node-3">
            <a:extLst xmlns:a="http://schemas.openxmlformats.org/drawingml/2006/main">
              <a:ext uri="{FF2B5EF4-FFF2-40B4-BE49-F238E27FC236}">
                <a16:creationId xmlns:a16="http://schemas.microsoft.com/office/drawing/2014/main" id="{21488342-E3D4-4E7B-85E3-FA98A87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1676400" cy="1828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16" name="graph-number-3">
            <a:extLst xmlns:a="http://schemas.openxmlformats.org/drawingml/2006/main">
              <a:ext uri="{FF2B5EF4-FFF2-40B4-BE49-F238E27FC236}">
                <a16:creationId xmlns:a16="http://schemas.microsoft.com/office/drawing/2014/main" id="{B1B3321B-6DEB-432A-A248-244CD94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graph-heading-3">
            <a:extLst xmlns:a="http://schemas.openxmlformats.org/drawingml/2006/main">
              <a:ext uri="{FF2B5EF4-FFF2-40B4-BE49-F238E27FC236}">
                <a16:creationId xmlns:a16="http://schemas.microsoft.com/office/drawing/2014/main" id="{0B00CB11-B2C3-4D93-9F60-3FC4040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8" name="graph-body-3">
            <a:extLst xmlns:a="http://schemas.openxmlformats.org/drawingml/2006/main">
              <a:ext uri="{FF2B5EF4-FFF2-40B4-BE49-F238E27FC236}">
                <a16:creationId xmlns:a16="http://schemas.microsoft.com/office/drawing/2014/main" id="{55446A64-986A-4966-B4A7-41953C0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9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Agent makes the bounded change</a:t>
            </a:r>
          </a:p>
        </p:txBody>
      </p:sp>
      <p:sp>
        <p:nvSpPr>
          <p:cNvPr id="19" name="graph-node-4">
            <a:extLst xmlns:a="http://schemas.openxmlformats.org/drawingml/2006/main">
              <a:ext uri="{FF2B5EF4-FFF2-40B4-BE49-F238E27FC236}">
                <a16:creationId xmlns:a16="http://schemas.microsoft.com/office/drawing/2014/main" id="{3AF595C3-C9A8-4E54-BBF5-701729C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1676400" cy="1828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0" name="graph-number-4">
            <a:extLst xmlns:a="http://schemas.openxmlformats.org/drawingml/2006/main">
              <a:ext uri="{FF2B5EF4-FFF2-40B4-BE49-F238E27FC236}">
                <a16:creationId xmlns:a16="http://schemas.microsoft.com/office/drawing/2014/main" id="{E96071A4-5515-4A86-8B30-274F67C6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graph-heading-4">
            <a:extLst xmlns:a="http://schemas.openxmlformats.org/drawingml/2006/main">
              <a:ext uri="{FF2B5EF4-FFF2-40B4-BE49-F238E27FC236}">
                <a16:creationId xmlns:a16="http://schemas.microsoft.com/office/drawing/2014/main" id="{C5AA83A9-B5DF-4A55-93C3-C8FAA5A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2" name="graph-body-4">
            <a:extLst xmlns:a="http://schemas.openxmlformats.org/drawingml/2006/main">
              <a:ext uri="{FF2B5EF4-FFF2-40B4-BE49-F238E27FC236}">
                <a16:creationId xmlns:a16="http://schemas.microsoft.com/office/drawing/2014/main" id="{B3B975A1-9CC4-45B6-B0C8-284DB84A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Different agent tests the claim</a:t>
            </a:r>
          </a:p>
        </p:txBody>
      </p:sp>
      <p:sp>
        <p:nvSpPr>
          <p:cNvPr id="23" name="graph-node-5">
            <a:extLst xmlns:a="http://schemas.openxmlformats.org/drawingml/2006/main">
              <a:ext uri="{FF2B5EF4-FFF2-40B4-BE49-F238E27FC236}">
                <a16:creationId xmlns:a16="http://schemas.microsoft.com/office/drawing/2014/main" id="{5604C049-2115-4C00-85C3-9924106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676400" cy="1828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4" name="graph-number-5">
            <a:extLst xmlns:a="http://schemas.openxmlformats.org/drawingml/2006/main">
              <a:ext uri="{FF2B5EF4-FFF2-40B4-BE49-F238E27FC236}">
                <a16:creationId xmlns:a16="http://schemas.microsoft.com/office/drawing/2014/main" id="{8B9244B0-6165-44B9-817C-ADAE467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94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graph-heading-5">
            <a:extLst xmlns:a="http://schemas.openxmlformats.org/drawingml/2006/main">
              <a:ext uri="{FF2B5EF4-FFF2-40B4-BE49-F238E27FC236}">
                <a16:creationId xmlns:a16="http://schemas.microsoft.com/office/drawing/2014/main" id="{17625FD7-7C4D-43F3-BF33-DA2B8DB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6" name="graph-body-5">
            <a:extLst xmlns:a="http://schemas.openxmlformats.org/drawingml/2006/main">
              <a:ext uri="{FF2B5EF4-FFF2-40B4-BE49-F238E27FC236}">
                <a16:creationId xmlns:a16="http://schemas.microsoft.com/office/drawing/2014/main" id="{C9DC71D7-3CA7-429B-8B21-9B9B2B17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09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Human accepts, holds, or redirects</a:t>
            </a:r>
          </a:p>
        </p:txBody>
      </p:sp>
      <p:sp>
        <p:nvSpPr>
          <p:cNvPr id="27" name="graph-learning">
            <a:extLst xmlns:a="http://schemas.openxmlformats.org/drawingml/2006/main">
              <a:ext uri="{FF2B5EF4-FFF2-40B4-BE49-F238E27FC236}">
                <a16:creationId xmlns:a16="http://schemas.microsoft.com/office/drawing/2014/main" id="{B51C83C3-A4D2-4EB1-B5C7-C5529F4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62500"/>
            <a:ext cx="822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Every failure can update the next work packet, evidence standard, or stop rule.</a:t>
            </a:r>
          </a:p>
        </p:txBody>
      </p:sp>
      <p:sp>
        <p:nvSpPr>
          <p:cNvPr id="28" name="footer-2">
            <a:extLst xmlns:a="http://schemas.openxmlformats.org/drawingml/2006/main">
              <a:ext uri="{FF2B5EF4-FFF2-40B4-BE49-F238E27FC236}">
                <a16:creationId xmlns:a16="http://schemas.microsoft.com/office/drawing/2014/main" id="{2E1594F8-ECAB-4F95-8279-667AF4E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Synthetic public demonstration  •  30 August 2026  •  2</a:t>
            </a:r>
          </a:p>
        </p:txBody>
      </p:sp>
    </p:spTree>
    <p:extLst>
      <p:ext uri="{BB962C8B-B14F-4D97-AF65-F5344CB8AC3E}">
        <p14:creationId xmlns:p14="http://schemas.microsoft.com/office/powerpoint/2010/main" val="991023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C85DC97-83EA-4265-9689-35A0EB72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green check can still hide a broken result</a:t>
            </a:r>
          </a:p>
        </p:txBody>
      </p:sp>
      <p:sp>
        <p:nvSpPr>
          <p:cNvPr id="2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FE862123-EDCE-4521-86B6-50087BE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Representative Nexus lesson: the check observed a convenient proxy, not the behavior visible to the user.</a:t>
            </a:r>
          </a:p>
        </p:txBody>
      </p:sp>
      <p:sp>
        <p:nvSpPr>
          <p:cNvPr id="3" name="lesson-left">
            <a:extLst xmlns:a="http://schemas.openxmlformats.org/drawingml/2006/main">
              <a:ext uri="{FF2B5EF4-FFF2-40B4-BE49-F238E27FC236}">
                <a16:creationId xmlns:a16="http://schemas.microsoft.com/office/drawing/2014/main" id="{21303F92-5C0C-4750-AED0-0DF309C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720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" name="lesson-left-label">
            <a:extLst xmlns:a="http://schemas.openxmlformats.org/drawingml/2006/main">
              <a:ext uri="{FF2B5EF4-FFF2-40B4-BE49-F238E27FC236}">
                <a16:creationId xmlns:a16="http://schemas.microsoft.com/office/drawing/2014/main" id="{CC2445B2-1F9C-401B-B477-2C84E32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WHAT FAILED</a:t>
            </a:r>
          </a:p>
        </p:txBody>
      </p:sp>
      <p:sp>
        <p:nvSpPr>
          <p:cNvPr id="5" name="lesson-left-copy">
            <a:extLst xmlns:a="http://schemas.openxmlformats.org/drawingml/2006/main">
              <a:ext uri="{FF2B5EF4-FFF2-40B4-BE49-F238E27FC236}">
                <a16:creationId xmlns:a16="http://schemas.microsoft.com/office/drawing/2014/main" id="{B1095E55-239D-4DC6-B4A0-AFC03E5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evidence looked green.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visible interaction was still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check had observed a proxy.</a:t>
            </a:r>
          </a:p>
        </p:txBody>
      </p:sp>
      <p:sp>
        <p:nvSpPr>
          <p:cNvPr id="6" name="lesson-right">
            <a:extLst xmlns:a="http://schemas.openxmlformats.org/drawingml/2006/main">
              <a:ext uri="{FF2B5EF4-FFF2-40B4-BE49-F238E27FC236}">
                <a16:creationId xmlns:a16="http://schemas.microsoft.com/office/drawing/2014/main" id="{744331F4-1605-4847-8CE8-50084C3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55435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7" name="lesson-right-label">
            <a:extLst xmlns:a="http://schemas.openxmlformats.org/drawingml/2006/main">
              <a:ext uri="{FF2B5EF4-FFF2-40B4-BE49-F238E27FC236}">
                <a16:creationId xmlns:a16="http://schemas.microsoft.com/office/drawing/2014/main" id="{A3CA71D7-BE4B-4768-A4C2-69B415D4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E8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8" name="lesson-right-copy">
            <a:extLst xmlns:a="http://schemas.openxmlformats.org/drawingml/2006/main">
              <a:ext uri="{FF2B5EF4-FFF2-40B4-BE49-F238E27FC236}">
                <a16:creationId xmlns:a16="http://schemas.microsoft.com/office/drawing/2014/main" id="{C9B82F9E-5713-4C4F-8ED3-2439F34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857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the visible outcome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Prove the check can observe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builder and verifier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human review for visual behavior.</a:t>
            </a:r>
          </a:p>
        </p:txBody>
      </p:sp>
      <p:sp>
        <p:nvSpPr>
          <p:cNvPr id="9" name="lesson-conclusion">
            <a:extLst xmlns:a="http://schemas.openxmlformats.org/drawingml/2006/main">
              <a:ext uri="{FF2B5EF4-FFF2-40B4-BE49-F238E27FC236}">
                <a16:creationId xmlns:a16="http://schemas.microsoft.com/office/drawing/2014/main" id="{E1F06848-321F-4F28-9390-BA9A312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5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deliverable is not just the feature. It is a more trustworthy operating system for the next decision.</a:t>
            </a:r>
          </a:p>
        </p:txBody>
      </p:sp>
      <p:sp>
        <p:nvSpPr>
          <p:cNvPr id="10" name="footer-3">
            <a:extLst xmlns:a="http://schemas.openxmlformats.org/drawingml/2006/main">
              <a:ext uri="{FF2B5EF4-FFF2-40B4-BE49-F238E27FC236}">
                <a16:creationId xmlns:a16="http://schemas.microsoft.com/office/drawing/2014/main" id="{2C713EE1-6AEF-485B-BE56-71596F6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Synthetic public demonstration  •  30 August 2026  •  3</a:t>
            </a:r>
          </a:p>
        </p:txBody>
      </p:sp>
    </p:spTree>
    <p:extLst>
      <p:ext uri="{BB962C8B-B14F-4D97-AF65-F5344CB8AC3E}">
        <p14:creationId xmlns:p14="http://schemas.microsoft.com/office/powerpoint/2010/main" val="1716655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2026-08-30T11:29:25.8760000Z</dcterms:created>
  <dcterms:modified xsi:type="dcterms:W3CDTF">2026-08-30T11:29:25.8760000Z</dcterms:modified>
</coreProperties>
</file>